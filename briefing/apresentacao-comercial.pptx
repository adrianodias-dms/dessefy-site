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solidFill>
            <a:srgbClr val="162447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DESSEFY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operacional sob medida.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Dessefy entrega inteligência operacional sob medida para escritórios de advocacia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automação por IA com profundidade técnica e visão estratégica de negócio.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iniciativa do ecossistema DMS | Salum Duque Advogados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 que crescem sem estrutura operacional perdem produtividade, margem e oportunidades estratégicas.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192024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manual excessivo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834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repetitivas consomem o tempo que deveria estar na entrega de valor ao cliente.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60020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23160" y="1600200"/>
            <a:ext cx="192024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830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sem visibilidade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14600" y="2834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consolidados, é impossível tomar decisões de negócio com segurança.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26280" y="160020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26280" y="1600200"/>
            <a:ext cx="192024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830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1772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reativa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17720" y="2834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escritório responde a demandas em vez de antecipar oportunidades e riscos.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629400" y="160020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1600200"/>
            <a:ext cx="192024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308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2084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não mensurada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720840" y="28346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métricas claras, não é possível identificar onde melhorar ou onde crescer.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Dessefy não substitui o que o escritório já usa. Adiciona uma camada de inteligência sobre ele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eliminando trabalho manual e transformando dados em decisões estratégicas.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743200" cy="2926080"/>
          </a:xfrm>
          <a:prstGeom prst="rect">
            <a:avLst/>
          </a:prstGeom>
          <a:solidFill>
            <a:srgbClr val="162447"/>
          </a:solidFill>
          <a:ln w="889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37360"/>
            <a:ext cx="27432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do trabalho manual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as tarefas repetitivas que mais consomem tempo da equipe e as automatizamos com agentes de IA customizados, liberando o escritório para focar no que gera valor.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737360"/>
            <a:ext cx="2743200" cy="2926080"/>
          </a:xfrm>
          <a:prstGeom prst="rect">
            <a:avLst/>
          </a:prstGeom>
          <a:solidFill>
            <a:srgbClr val="162447"/>
          </a:solidFill>
          <a:ln w="8890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737360"/>
            <a:ext cx="27432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e controle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Consolidamos dados dispersos em dashboards e relatórios que dão ao gestor uma visão clara de performance, carteira e resultados — em tempo real.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2743200" cy="2926080"/>
          </a:xfrm>
          <a:prstGeom prst="rect">
            <a:avLst/>
          </a:prstGeom>
          <a:solidFill>
            <a:srgbClr val="162447"/>
          </a:solidFill>
          <a:ln w="8890">
            <a:solidFill>
              <a:srgbClr val="C9A2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737360"/>
            <a:ext cx="27432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estratégica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processos automáticos e dados estruturados, o escritório passa a antecipar movimentos, identificar oportunidades e tomar decisões com base em inteligência, não em intuição.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691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704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15544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customizados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1208" y="1920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desenvolvidas sob medida para automatizar processos específicos do escritório — monitoramento, triagem, consolidação de dados, relatórios e muito mais.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10058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005840"/>
            <a:ext cx="64008" cy="1691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1704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15544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que já existe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55848" y="1920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aos sistemas, fontes de dados e ferramentas que o escritório já usa. Nenhuma migração, nenhuma ruptura operacional.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89320" y="10058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89320" y="1005840"/>
            <a:ext cx="64008" cy="1691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17043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15544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relatórios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190488" y="1920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em tempo real da performance do escritório: carteira, produtividade, resultados e indicadores estratégicos consolidados automaticamente.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286207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862072"/>
            <a:ext cx="64008" cy="1691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02666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1208" y="3410712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contínua de performance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21208" y="3776472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entregamos um produto e saímos. Acompanhamos os resultados, calibramos as soluções e evoluímos junto com o escritório.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154680" y="286207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2862072"/>
            <a:ext cx="64008" cy="1691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02666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55848" y="3410712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estratégica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355848" y="3776472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operação automatizada e dados estruturados, o gestor passa a ter clareza para decisões de crescimento, precificação e posicionamento.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989320" y="286207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89320" y="2862072"/>
            <a:ext cx="64008" cy="1691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302666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90488" y="3410712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focadas em resultado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190488" y="3776472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começa com um diagnóstico e termina com métricas claras de impacto. Medimos o que mudou.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1508760"/>
            <a:ext cx="2286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057400"/>
            <a:ext cx="1554480" cy="2834640"/>
          </a:xfrm>
          <a:prstGeom prst="rect">
            <a:avLst/>
          </a:prstGeom>
          <a:solidFill>
            <a:srgbClr val="162447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057400"/>
            <a:ext cx="1554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69748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os processos e gargalos do escritório, identificando onde a IA gera mais impacto.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12848" y="1097280"/>
            <a:ext cx="822960" cy="82296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01568" y="1508760"/>
            <a:ext cx="2286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92808" y="2057400"/>
            <a:ext cx="1554480" cy="2834640"/>
          </a:xfrm>
          <a:prstGeom prst="rect">
            <a:avLst/>
          </a:prstGeom>
          <a:solidFill>
            <a:srgbClr val="162447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92808" y="2057400"/>
            <a:ext cx="1554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da solução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84248" y="269748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Estruturamos o agente ou camada de automação customizada para o seu perfil e prioridades.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77056" y="1097280"/>
            <a:ext cx="822960" cy="82296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7056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65776" y="1508760"/>
            <a:ext cx="2286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57016" y="2057400"/>
            <a:ext cx="1554480" cy="2834640"/>
          </a:xfrm>
          <a:prstGeom prst="rect">
            <a:avLst/>
          </a:prstGeom>
          <a:solidFill>
            <a:srgbClr val="162447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57016" y="2057400"/>
            <a:ext cx="1554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48456" y="269748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às fontes de dados e ferramentas já em uso pelo escritório.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41264" y="1097280"/>
            <a:ext cx="822960" cy="82296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9984" y="1508760"/>
            <a:ext cx="2286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224" y="2057400"/>
            <a:ext cx="1554480" cy="2834640"/>
          </a:xfrm>
          <a:prstGeom prst="rect">
            <a:avLst/>
          </a:prstGeom>
          <a:solidFill>
            <a:srgbClr val="162447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21224" y="2057400"/>
            <a:ext cx="1554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12664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12664" y="269748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Ativamos a solução, calibramos os resultados e capacitamos a equipe.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05472" y="1097280"/>
            <a:ext cx="822960" cy="82296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85432" y="2057400"/>
            <a:ext cx="1554480" cy="2834640"/>
          </a:xfrm>
          <a:prstGeom prst="rect">
            <a:avLst/>
          </a:prstGeom>
          <a:solidFill>
            <a:srgbClr val="162447"/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85432" y="2057400"/>
            <a:ext cx="15544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contínua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76872" y="269748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Acompanhamos os indicadores e evoluímos a solução conforme o escritório cresce.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DESSEFY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200400" cy="3749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2004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de IA.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somos um software.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uma solução.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Dessefy nasce do ecossistema DMS — integrando expertise técnica do Salum Duque Advogados com a visão estratégica e de negócio da DMS.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solução é construída por quem entende o processo e o negócio do cliente ao mesmo tempo. Nada genérico, nada de prateleira.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100584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94760" y="1005840"/>
            <a:ext cx="64008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0698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Tailormade, não genérico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13716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solução é construída para o perfil do escritório, não um produto adaptado.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4760" y="196596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94760" y="1965960"/>
            <a:ext cx="64008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0299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resultado, não em feature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23317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métricas de impacto antes de começar. Entregamos o que muda o negócio.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94760" y="292608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2926080"/>
            <a:ext cx="64008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990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sobre o que já existe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32918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migração, sem ruptura. Inteligência sobre os sistemas que o escritório já usa.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94760" y="38862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94760" y="3886200"/>
            <a:ext cx="64008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3950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integrada de negócio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42519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Operação, estratégia e performance na mesma solução — diferencial exclusivo do ecossistema DMS.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ECOSSISTEMA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474720"/>
          </a:xfrm>
          <a:prstGeom prst="rect">
            <a:avLst/>
          </a:prstGeom>
          <a:solidFill>
            <a:srgbClr val="162447"/>
          </a:solidFill>
          <a:ln w="889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Salum Duque Advogados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468880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técnica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 estratégica empresarial, tributária, societária e reestruturações. Garante profundidade técnica em cada solução da Dessefy.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3474720"/>
          </a:xfrm>
          <a:prstGeom prst="rect">
            <a:avLst/>
          </a:prstGeom>
          <a:solidFill>
            <a:srgbClr val="162447"/>
          </a:solidFill>
          <a:ln w="889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88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Estratégia e Gestão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2468880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negócio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integrada em eficiência, estrutura societária e inovação. Estrutura o modelo, o go-to-market e a estratégia de crescimento da Dessefy.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43200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188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Dessefy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783080"/>
            <a:ext cx="2468880" cy="0"/>
          </a:xfrm>
          <a:prstGeom prst="line">
            <a:avLst/>
          </a:prstGeom>
          <a:noFill/>
          <a:ln w="635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operacional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 de inovação do ecossistema. Desenvolve e opera soluções de IA customizadas para transformar a performance de escritórios de advocacia.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63240" y="2834640"/>
            <a:ext cx="3200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2834640"/>
            <a:ext cx="3200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85800" cy="68580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" y="1783080"/>
            <a:ext cx="0" cy="27432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097280"/>
            <a:ext cx="7406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1097280"/>
            <a:ext cx="64008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1612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diagnóstico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4447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os processos, gargalos e prioridades do escritório.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685800" cy="68580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660" y="2743200"/>
            <a:ext cx="0" cy="27432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2057400"/>
            <a:ext cx="7406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80160" y="2057400"/>
            <a:ext cx="64008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1214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customizada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2404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Apresentamos a solução desenhada para o seu perfil, com escopo, métricas e investimento.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685800" cy="68580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8660" y="3703320"/>
            <a:ext cx="0" cy="27432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3017520"/>
            <a:ext cx="7406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80160" y="3017520"/>
            <a:ext cx="64008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30815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33649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Implantamos um agente ou módulo prioritário e medimos os resultados em 30 dias.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685800" cy="685800"/>
          </a:xfrm>
          <a:prstGeom prst="ellipse">
            <a:avLst/>
          </a:prstGeom>
          <a:solidFill>
            <a:srgbClr val="0D1B3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80160" y="3977640"/>
            <a:ext cx="7406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280160" y="3977640"/>
            <a:ext cx="64008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40416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da solução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43251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piloto validado, expandimos para os demais processos e áreas do escritório.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DESSEFY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operacional sob medida.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4572000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 sobre o seu escritório.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contato@dessefy.com.br  |  www.dessefy.com.br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iniciativa do ecossistema DMS | Salum Duque Advogados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Dessefy — Apresentação Comercial</dc:title>
  <dc:subject>PptxGenJS Presentation</dc:subject>
  <dc:creator>PptxGenJS</dc:creator>
  <cp:lastModifiedBy>PptxGenJS</cp:lastModifiedBy>
  <cp:revision>1</cp:revision>
  <dcterms:created xsi:type="dcterms:W3CDTF">2026-04-11T17:43:55Z</dcterms:created>
  <dcterms:modified xsi:type="dcterms:W3CDTF">2026-04-11T17:43:55Z</dcterms:modified>
</cp:coreProperties>
</file>